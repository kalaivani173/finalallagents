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5F"/>
                </a:solidFill>
              </a:defRPr>
            </a:pPr>
            <a:r>
              <a:t>UPI AI Hackathon – Project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D9488"/>
                </a:solidFill>
              </a:defRPr>
            </a:pPr>
            <a:r>
              <a:t>Phase 1: UPI Switch Simulation  |  Phase 2: AI Agents for Spec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Problem Statement – NPCI AI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Phase 1: Build end-to-end UPI switch simulation with Payer PSP, Payee PSP, Remitter Bank, Beneficiary Bank, NPCI UPI Switch.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Phase 2: AI agents for all five parties to automate change management: NPCI issues spec changes → Bank/PSP agents interpret, update code/tests/docs, signal deploy readiness.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Key rule: All API calls asynchronous (ACK + TxnId; final status via callback/poll).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Compliance: XSD validation, XML parsing at each hop, transaction logs, Kafka-like event stream, Redis/key DB.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Phase 1 – Component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API Client / UPI App (dummy)  →  Triggers XML requests (Postman/CLI/UI)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Payee PSP (dummy)  →  Forwards XML to switch; address/auth resolution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UPI Switch (core)  →  Parses/validates XML, routes, logs, TxnId/RRN, coordinates flow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Payer PSP (dummy)  →  Validates VPA, PIN (CredBlock), device checks (dummy)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Remitter Bank (dummy)  →  Dummy CBS: validate balance, debit, return status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Beneficiary Bank (dummy)  →  Dummy CBS: credit account, return status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Switch does not store balances; only banks do. Switch routes, validates, logs, returns statuses.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Phase 1 – UPI Pay Transaction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1. User enters payee VPA / scans QR in UPI app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2. Address validation → Payee PSP via switch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3. Payee PSP returns resolved details to Payer PSP via switch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4. Payer takes user auth (UPI PIN), confirms in app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5. Payer PSP sends Pay request to UPI switch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6. Switch → Payee PSP (auth) to resolve beneficiary account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7. Switch → Remitter Bank (debit request)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8. Remitter Bank validates PIN (cred block), debits account, returns status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9. Switch → Beneficiary Bank (credit request)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10. Beneficiary Bank credits account, returns status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11. Final status flows back to both PSPs and the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Phase 2 – AI Agents for Spec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NPCI Switch (Core AI Agent): Creates change Manifest, dispatches to all parties.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Remitter Bank / Beneficiary Bank (Core AI Agents): Update debit/credit CBS logic and validators per change.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Coordinator/Orchestrator: Tracks change status across parties (RECEIVED → APPLIED → TESTED → READY).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PSPs and app can be hard-coded from Phase 1; ready for change after NPCI initiation.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Agents communicate using A2A protocol; signed manifests (bonus).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Our Implementation – 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Phase 1 (javacoderepo):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UPISim          – NPCI UPI Switch (Java, port 8080); routing, ReqPay, logs, DB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PayerPSP        – Payer PSP (Java)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PayeePSP        – Payee PSP (Java)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RemitterBank    – Remitter Bank with dummy CBS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BeneficiaryBank – Beneficiary Bank with dummy CBS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Phase 2 (Allagents):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aicode          – NPCI AI Agent (FastAPI): change requests, manifest creation, signing, broadcast, XSD/OpenAPI, orchestrator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Payer-agent     – Payer PSP AI agent (port 9001): receive manifest, patch code, tests, report status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Payee-agent     – Payee PSP AI agent (port 9004)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Remitter-agent  – Remitter Bank AI agent (port 9003)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  • Beneficiary-agent – Beneficiary Bank AI agent (port 9002)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Phase 2 – Change Propagation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1. Product/Developer submits change request (e.g. new purpose code, new API) in Admin Portal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2. NPCI agent generates spec/XSD, creates manifest (optionally signed with RSA-SHA256)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3. Manifest broadcast to all partners (POST to each agent’s /agent/manifest)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4. Each agent: RECEIVED → applies patch (code/tests/XSD) → TESTS_READY → TESTED → APPROVE → READY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5. Agents notify orchestrator via POST /orchestrator/a2a/status { changeId, agent, status }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6. Status board: RECEIVED → APPLIED → TESTED → READY (per change, per party)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7. When all READY → change can be rolled out; transactions use new specs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Orchestrator &amp; A2A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Orchestrator state: changeId → { Payer, Payee, Remitter, Beneficiary } → status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Status values: RECEIVED | APPLIED | TESTED | TESTS_READY | READY (no downgrade)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When NPCI broadcasts manifest, delivery is recorded as RECEIVED for that party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Parties POST status updates: /orchestrator/a2a/status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Frontend (Admin Portal) shows Status Center / Partners tab with per-change, per-party status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Signed manifest: NPCI signs with private key; partners verify with public key (GET /npciswitch/keys/public)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Admin Portal – Demo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Roles: Product, Developer, Admin (different tabs and themes)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Product: Submit change requests (API, change type, field additions, XSD types)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Developer: Review change requests, approve, trigger manifest creation, broadcast/send to partner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Access Management: Partners, manifest delivery status, download signed manifest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Status Center: View orchestrator status (RECEIVED → APPLIED → TESTED → READY) per change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t>• Each bank/PSP agent has its own UI: receive manifest, run process, approve diff, mark TESTED/READY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Minimum Deliverables – Addressed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Phase 1: Working demo of UPI Pay transaction (App → PSPs → Switch → Banks); all components as endpoints.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Async API messaging: ACK + callback/poll; XML parsing + XSD validation; transaction log (TxnId, timestamps); final status in XML.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Phase 2: Two+ running agents with message API; end-to-end demo (NPCI manifest → agents update code/tests/docs).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Saved code diffs, unit test outputs, XSD updates; status board RECEIVED → APPLIED → TESTED → READY.</a:t>
            </a:r>
          </a:p>
          <a:p>
            <a:pPr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t>• NPCI and Bank agents running; A2A protocol for status updates. Bonus: signed manifests, transaction visibility in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How to Run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Phase 1 – UPI transaction: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  • Start: PayerPSP, PayeePSP, RemitterBank, BeneficiaryBank, UPISim (see javacoderepo/README.md)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  • DB: Create upisim DB, psp_bank and transaction_logs tables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  • Trigger Pay: GET http://localhost:8080/upi/Pay?payerVpa=toshu@pyr&amp;payeeVpa=kalai@pye&amp;amount=900.00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Phase 2 – Spec change: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  • Start aicode (e.g. port 8000), Payer-agent (9001), Payee-agent (9004), Remitter-agent (9003), Beneficiary-agent (9002)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  • Open Admin Portal → Product: submit change → Developer: approve → Create manifest → Broadcast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</a:defRPr>
            </a:pPr>
            <a:r>
              <a:t>  • Open each agent UI to process manifest and report status; view Status Center on NPCI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D9488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